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Nifty100 Financial Intelligence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BlueStock Fintech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analytics platform for Nifty100 companies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Need centralized investor intelligence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ETL, Data Warehouse, APIs, Dashboards,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React, Django, PostgreSQL, Power BI, Python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3495"/>
          </a:xfrm>
        </p:spPr>
        <p:txBody>
          <a:bodyPr>
            <a:normAutofit fontScale="90000"/>
          </a:bodyPr>
          <a:lstStyle/>
          <a:p>
            <a:r>
              <a:rPr dirty="0"/>
              <a:t>Login &amp; Registration</a:t>
            </a:r>
          </a:p>
        </p:txBody>
      </p:sp>
      <p:pic>
        <p:nvPicPr>
          <p:cNvPr id="3" name="Picture 2" descr="8fad70fd-8adf-492a-8257-a2c5dab311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94" y="956976"/>
            <a:ext cx="7772400" cy="59010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Dashboard</a:t>
            </a:r>
          </a:p>
        </p:txBody>
      </p:sp>
      <p:pic>
        <p:nvPicPr>
          <p:cNvPr id="3" name="Picture 2" descr="20cfea40-6623-447e-9f54-2dfadd969b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78466"/>
            <a:ext cx="7772400" cy="5093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Risk Dashboard</a:t>
            </a:r>
          </a:p>
        </p:txBody>
      </p:sp>
      <p:pic>
        <p:nvPicPr>
          <p:cNvPr id="3" name="Picture 2" descr="2daa2753-7ea2-44bc-b93c-8204a16883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26" y="1193801"/>
            <a:ext cx="7772400" cy="50358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+mn-lt"/>
              </a:rPr>
              <a:t>Advanced Analytics Dashboard</a:t>
            </a:r>
          </a:p>
        </p:txBody>
      </p:sp>
      <p:pic>
        <p:nvPicPr>
          <p:cNvPr id="3" name="Picture 2" descr="29d40cab-ffbb-42a2-9923-eed6a343a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72104"/>
            <a:ext cx="7772400" cy="49565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 deployment and investor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65</Words>
  <Application>Microsoft Office PowerPoint</Application>
  <PresentationFormat>On-screen Show (4:3)</PresentationFormat>
  <Paragraphs>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Nifty100 Financial Intelligence Platform</vt:lpstr>
      <vt:lpstr>Project Overview</vt:lpstr>
      <vt:lpstr>Problem Statement</vt:lpstr>
      <vt:lpstr>Objectives</vt:lpstr>
      <vt:lpstr>Technology Stack</vt:lpstr>
      <vt:lpstr>Login &amp; Registration</vt:lpstr>
      <vt:lpstr>Executive Dashboard</vt:lpstr>
      <vt:lpstr>User Risk Dashboard</vt:lpstr>
      <vt:lpstr>Advanced Analytics Dashboard</vt:lpstr>
      <vt:lpstr>Results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Varshitha v</cp:lastModifiedBy>
  <cp:revision>2</cp:revision>
  <dcterms:created xsi:type="dcterms:W3CDTF">2013-01-27T09:14:16Z</dcterms:created>
  <dcterms:modified xsi:type="dcterms:W3CDTF">2026-06-22T10:31:35Z</dcterms:modified>
  <cp:category/>
</cp:coreProperties>
</file>